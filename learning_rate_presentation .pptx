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sv-S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4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4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91AB0E-4B8C-4C8D-A9BC-B3B7DD2C7E8E}" type="slidenum"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A6A8D2-13F4-4BB1-BDA7-105A4998D5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3C309F-7354-4602-91A2-23BD856B72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6BA5B5-9937-4073-8409-3C3809418D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9F82F1-90C1-457F-A302-C08A11B503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8E51F7-3535-42C8-8306-E84EC659B5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3CAB94-BCF0-4B39-B7DF-0DC24BE4D5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0AE6CB-95F6-4A44-A2D9-63ADF1F0E7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F54628-C254-4CC7-AA9D-3EA83AB218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195718-A2EC-4EB2-AE7F-AA84622478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08D6B4-5944-4EDC-8F97-192782887B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70E480-0702-46AD-AD27-259A1337FD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3F797D-184B-40CF-A9FA-3C7D8AA02C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2C5FCA-0041-4002-B169-8D847AB234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AD1E06B-6811-4F28-9908-F25E3319F0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70812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sv-S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CAEB75-3CAA-409D-B122-E7625515BE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v-S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v-S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v-S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v-S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11120" y="252000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Rate in Neural Networks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is Learning Rate?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A hyperparameter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Controls weight updates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Defines step size during training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Controls how fast model learns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Learning rate is critical for model training.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It controls stability and speed of learning.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it works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Weight update: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New weight = Old weight - (Learning Rate × Gradient)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Low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Very slow learning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Needs many epochs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Risk of underfitting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Loss decreases slowly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Fast but unstable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Loss may fluctuate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May overshoot optimal solution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Stable learning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Smooth convergence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Common value: 0.001 (Adam)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 from our model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Adam optimizer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rate = 0.001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 Accuracy ~90%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Validation accuracy ~88%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Low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2" descr="low_lr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080" cy="479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1" descr="good_lr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080" cy="479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 Learning Rate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3" descr="high_lr.png"/>
          <p:cNvPicPr/>
          <p:nvPr/>
        </p:nvPicPr>
        <p:blipFill>
          <a:blip r:embed="rId1"/>
          <a:stretch/>
        </p:blipFill>
        <p:spPr>
          <a:xfrm>
            <a:off x="914400" y="1371600"/>
            <a:ext cx="6400080" cy="479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Summary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 low → slow learning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 high → unstable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Balanced → best performance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sv-SE</dc:language>
  <cp:lastModifiedBy/>
  <dcterms:modified xsi:type="dcterms:W3CDTF">2026-05-08T20:47:33Z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